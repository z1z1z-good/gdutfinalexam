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tags" Target="../tags/tag2.xml"/><Relationship Id="rId2" Type="http://schemas.openxmlformats.org/officeDocument/2006/relationships/image" Target="../media/image3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tags" Target="../tags/tag4.xml"/><Relationship Id="rId2" Type="http://schemas.openxmlformats.org/officeDocument/2006/relationships/image" Target="../media/image5.jpe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jpeg"/><Relationship Id="rId3" Type="http://schemas.openxmlformats.org/officeDocument/2006/relationships/tags" Target="../tags/tag6.xml"/><Relationship Id="rId2" Type="http://schemas.openxmlformats.org/officeDocument/2006/relationships/image" Target="../media/image7.jpeg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.3.1（1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210" y="0"/>
            <a:ext cx="4660900" cy="6858000"/>
          </a:xfrm>
          <a:prstGeom prst="rect">
            <a:avLst/>
          </a:prstGeom>
        </p:spPr>
      </p:pic>
      <p:pic>
        <p:nvPicPr>
          <p:cNvPr id="5" name="图片 4" descr="1.3.1（2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655" y="0"/>
            <a:ext cx="46653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图片 6" descr="2.5.4（2）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3780" y="0"/>
            <a:ext cx="4667885" cy="6858000"/>
          </a:xfrm>
          <a:prstGeom prst="rect">
            <a:avLst/>
          </a:prstGeom>
        </p:spPr>
      </p:pic>
      <p:pic>
        <p:nvPicPr>
          <p:cNvPr id="6" name="图片 5" descr="2.5.4（1）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55420" y="0"/>
            <a:ext cx="46583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" name="图片 8" descr="波动方程推导（2）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0555" y="0"/>
            <a:ext cx="4957445" cy="6858000"/>
          </a:xfrm>
          <a:prstGeom prst="rect">
            <a:avLst/>
          </a:prstGeom>
        </p:spPr>
      </p:pic>
      <p:pic>
        <p:nvPicPr>
          <p:cNvPr id="8" name="图片 7" descr="波动方程推导（1）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7920" y="0"/>
            <a:ext cx="49574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1" name="图片 10" descr="位函数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52195" y="16510"/>
            <a:ext cx="4948555" cy="6841490"/>
          </a:xfrm>
          <a:prstGeom prst="rect">
            <a:avLst/>
          </a:prstGeom>
        </p:spPr>
      </p:pic>
      <p:pic>
        <p:nvPicPr>
          <p:cNvPr id="10" name="图片 9" descr="达朗贝尔方程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00750" y="0"/>
            <a:ext cx="4945380" cy="68421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YWIzYTNhZGFhMWY0MzM3OWQ4M2U5NTBiOTVlYTAwNG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LiaoGeorge</cp:lastModifiedBy>
  <cp:revision>3</cp:revision>
  <dcterms:created xsi:type="dcterms:W3CDTF">2023-08-09T12:44:00Z</dcterms:created>
  <dcterms:modified xsi:type="dcterms:W3CDTF">2024-06-10T04:30:15Z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2052-12.1.0.15990</vt:lpwstr>
  </property>
</Properties>
</file>